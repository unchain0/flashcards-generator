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41671F-70CF-477A-9CD9-34BF114866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D98AC83-2717-4AD6-BD4C-950E9D0C413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8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Native Rust conversion acceptance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Mitochondria produce cellular ATP.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